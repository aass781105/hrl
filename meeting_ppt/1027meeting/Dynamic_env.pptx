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942" r:id="rId2"/>
    <p:sldId id="947" r:id="rId3"/>
    <p:sldId id="991" r:id="rId4"/>
    <p:sldId id="990" r:id="rId5"/>
    <p:sldId id="994" r:id="rId6"/>
    <p:sldId id="995" r:id="rId7"/>
    <p:sldId id="996" r:id="rId8"/>
    <p:sldId id="997" r:id="rId9"/>
    <p:sldId id="998" r:id="rId10"/>
    <p:sldId id="999" r:id="rId11"/>
    <p:sldId id="1000" r:id="rId12"/>
    <p:sldId id="1001" r:id="rId13"/>
    <p:sldId id="1002" r:id="rId14"/>
    <p:sldId id="1003" r:id="rId15"/>
    <p:sldId id="993" r:id="rId16"/>
    <p:sldId id="992" r:id="rId17"/>
    <p:sldId id="93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2025/10/27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Dynamic Environment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2025/10/28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目前進度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新增動態環境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設定重排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function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甘特圖確認排程邏輯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目前環境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動態環境只負責生成工單、時間推進、決定重排時間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新到工單會先存進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當決定重排時，會將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工單和目前排程中開始 加工時間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&gt;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現在時間的工單進行重排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重排使用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decoder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將工單輸入進靜態環境排程，結束後在將資訊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encode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53133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環境設定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全局步數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:10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步數與排程時間比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:10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到達率</a:t>
            </a:r>
            <a:r>
              <a:rPr lang="el-GR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λ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:1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初始工單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:3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工單最大釋放量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全放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 release, reschedule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決策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每步都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釋放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未來為高階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Agent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排程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目前先使用派工法則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方便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debug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，未來為低階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Agent)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87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3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9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95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5" name="圖片 14" descr="一張含有 螢幕擷取畫面, Rectangle, 圖表, 方案 的圖片&#10;&#10;AI 產生的內容可能不正確。">
            <a:extLst>
              <a:ext uri="{FF2B5EF4-FFF2-40B4-BE49-F238E27FC236}">
                <a16:creationId xmlns:a16="http://schemas.microsoft.com/office/drawing/2014/main" id="{29F78EA2-1CAB-C705-A4B1-9BE8D39B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9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5" name="圖片 14" descr="一張含有 螢幕擷取畫面, Rectangle, 圖表, 方案 的圖片&#10;&#10;AI 產生的內容可能不正確。">
            <a:extLst>
              <a:ext uri="{FF2B5EF4-FFF2-40B4-BE49-F238E27FC236}">
                <a16:creationId xmlns:a16="http://schemas.microsoft.com/office/drawing/2014/main" id="{29F78EA2-1CAB-C705-A4B1-9BE8D39B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7" name="圖片 16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53FC5883-78E8-628E-BC1C-5904AF7FE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62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5" name="圖片 14" descr="一張含有 螢幕擷取畫面, Rectangle, 圖表, 方案 的圖片&#10;&#10;AI 產生的內容可能不正確。">
            <a:extLst>
              <a:ext uri="{FF2B5EF4-FFF2-40B4-BE49-F238E27FC236}">
                <a16:creationId xmlns:a16="http://schemas.microsoft.com/office/drawing/2014/main" id="{29F78EA2-1CAB-C705-A4B1-9BE8D39B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7" name="圖片 16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53FC5883-78E8-628E-BC1C-5904AF7FE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9" name="圖片 1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1300FFC-C68F-E1AD-4A02-22BB3C2CD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01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5" name="圖片 14" descr="一張含有 螢幕擷取畫面, Rectangle, 圖表, 方案 的圖片&#10;&#10;AI 產生的內容可能不正確。">
            <a:extLst>
              <a:ext uri="{FF2B5EF4-FFF2-40B4-BE49-F238E27FC236}">
                <a16:creationId xmlns:a16="http://schemas.microsoft.com/office/drawing/2014/main" id="{29F78EA2-1CAB-C705-A4B1-9BE8D39B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7" name="圖片 16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53FC5883-78E8-628E-BC1C-5904AF7FE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9" name="圖片 1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1300FFC-C68F-E1AD-4A02-22BB3C2CD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1" name="圖片 20" descr="一張含有 螢幕擷取畫面, Rectangle, 圖表, 設計 的圖片&#10;&#10;AI 產生的內容可能不正確。">
            <a:extLst>
              <a:ext uri="{FF2B5EF4-FFF2-40B4-BE49-F238E27FC236}">
                <a16:creationId xmlns:a16="http://schemas.microsoft.com/office/drawing/2014/main" id="{BC5D407A-AFDE-E6C4-FF12-FD33BFD827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42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5" name="圖片 14" descr="一張含有 螢幕擷取畫面, Rectangle, 圖表, 方案 的圖片&#10;&#10;AI 產生的內容可能不正確。">
            <a:extLst>
              <a:ext uri="{FF2B5EF4-FFF2-40B4-BE49-F238E27FC236}">
                <a16:creationId xmlns:a16="http://schemas.microsoft.com/office/drawing/2014/main" id="{29F78EA2-1CAB-C705-A4B1-9BE8D39B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7" name="圖片 16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53FC5883-78E8-628E-BC1C-5904AF7FE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9" name="圖片 1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1300FFC-C68F-E1AD-4A02-22BB3C2CD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1" name="圖片 20" descr="一張含有 螢幕擷取畫面, Rectangle, 圖表, 設計 的圖片&#10;&#10;AI 產生的內容可能不正確。">
            <a:extLst>
              <a:ext uri="{FF2B5EF4-FFF2-40B4-BE49-F238E27FC236}">
                <a16:creationId xmlns:a16="http://schemas.microsoft.com/office/drawing/2014/main" id="{BC5D407A-AFDE-E6C4-FF12-FD33BFD827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3" name="圖片 22" descr="一張含有 螢幕擷取畫面, Rectangle, 文字, 正方形 的圖片&#10;&#10;AI 產生的內容可能不正確。">
            <a:extLst>
              <a:ext uri="{FF2B5EF4-FFF2-40B4-BE49-F238E27FC236}">
                <a16:creationId xmlns:a16="http://schemas.microsoft.com/office/drawing/2014/main" id="{B22EA809-217E-ADA9-7E1F-DB0FEF1D28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0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5" name="圖片 14" descr="一張含有 螢幕擷取畫面, Rectangle, 圖表, 方案 的圖片&#10;&#10;AI 產生的內容可能不正確。">
            <a:extLst>
              <a:ext uri="{FF2B5EF4-FFF2-40B4-BE49-F238E27FC236}">
                <a16:creationId xmlns:a16="http://schemas.microsoft.com/office/drawing/2014/main" id="{29F78EA2-1CAB-C705-A4B1-9BE8D39B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7" name="圖片 16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53FC5883-78E8-628E-BC1C-5904AF7FE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9" name="圖片 1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1300FFC-C68F-E1AD-4A02-22BB3C2CD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1" name="圖片 20" descr="一張含有 螢幕擷取畫面, Rectangle, 圖表, 設計 的圖片&#10;&#10;AI 產生的內容可能不正確。">
            <a:extLst>
              <a:ext uri="{FF2B5EF4-FFF2-40B4-BE49-F238E27FC236}">
                <a16:creationId xmlns:a16="http://schemas.microsoft.com/office/drawing/2014/main" id="{BC5D407A-AFDE-E6C4-FF12-FD33BFD827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3" name="圖片 22" descr="一張含有 螢幕擷取畫面, Rectangle, 文字, 正方形 的圖片&#10;&#10;AI 產生的內容可能不正確。">
            <a:extLst>
              <a:ext uri="{FF2B5EF4-FFF2-40B4-BE49-F238E27FC236}">
                <a16:creationId xmlns:a16="http://schemas.microsoft.com/office/drawing/2014/main" id="{B22EA809-217E-ADA9-7E1F-DB0FEF1D28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5" name="圖片 24" descr="一張含有 螢幕擷取畫面, Rectangle, 鮮豔, 正方形 的圖片&#10;&#10;AI 產生的內容可能不正確。">
            <a:extLst>
              <a:ext uri="{FF2B5EF4-FFF2-40B4-BE49-F238E27FC236}">
                <a16:creationId xmlns:a16="http://schemas.microsoft.com/office/drawing/2014/main" id="{3F4A78F8-A67A-AB17-745A-F209CEAD92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05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9" name="圖片 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212CCB2-BF7A-0FFD-F0C6-52FA66B3A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1" name="圖片 10" descr="一張含有 螢幕擷取畫面, Rectangle, 文字, 圖表 的圖片&#10;&#10;AI 產生的內容可能不正確。">
            <a:extLst>
              <a:ext uri="{FF2B5EF4-FFF2-40B4-BE49-F238E27FC236}">
                <a16:creationId xmlns:a16="http://schemas.microsoft.com/office/drawing/2014/main" id="{B055B6B5-5768-158F-129D-7683A0573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3" name="圖片 12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0DE197FC-61C9-F6B0-3311-FAF79B152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5" name="圖片 14" descr="一張含有 螢幕擷取畫面, Rectangle, 圖表, 方案 的圖片&#10;&#10;AI 產生的內容可能不正確。">
            <a:extLst>
              <a:ext uri="{FF2B5EF4-FFF2-40B4-BE49-F238E27FC236}">
                <a16:creationId xmlns:a16="http://schemas.microsoft.com/office/drawing/2014/main" id="{29F78EA2-1CAB-C705-A4B1-9BE8D39B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7" name="圖片 16" descr="一張含有 螢幕擷取畫面, Rectangle, 圖表, 平行 的圖片&#10;&#10;AI 產生的內容可能不正確。">
            <a:extLst>
              <a:ext uri="{FF2B5EF4-FFF2-40B4-BE49-F238E27FC236}">
                <a16:creationId xmlns:a16="http://schemas.microsoft.com/office/drawing/2014/main" id="{53FC5883-78E8-628E-BC1C-5904AF7FE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19" name="圖片 18" descr="一張含有 螢幕擷取畫面, Rectangle, 圖表, 文字 的圖片&#10;&#10;AI 產生的內容可能不正確。">
            <a:extLst>
              <a:ext uri="{FF2B5EF4-FFF2-40B4-BE49-F238E27FC236}">
                <a16:creationId xmlns:a16="http://schemas.microsoft.com/office/drawing/2014/main" id="{81300FFC-C68F-E1AD-4A02-22BB3C2CD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1" name="圖片 20" descr="一張含有 螢幕擷取畫面, Rectangle, 圖表, 設計 的圖片&#10;&#10;AI 產生的內容可能不正確。">
            <a:extLst>
              <a:ext uri="{FF2B5EF4-FFF2-40B4-BE49-F238E27FC236}">
                <a16:creationId xmlns:a16="http://schemas.microsoft.com/office/drawing/2014/main" id="{BC5D407A-AFDE-E6C4-FF12-FD33BFD827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3" name="圖片 22" descr="一張含有 螢幕擷取畫面, Rectangle, 文字, 正方形 的圖片&#10;&#10;AI 產生的內容可能不正確。">
            <a:extLst>
              <a:ext uri="{FF2B5EF4-FFF2-40B4-BE49-F238E27FC236}">
                <a16:creationId xmlns:a16="http://schemas.microsoft.com/office/drawing/2014/main" id="{B22EA809-217E-ADA9-7E1F-DB0FEF1D28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5" name="圖片 24" descr="一張含有 螢幕擷取畫面, Rectangle, 鮮豔, 正方形 的圖片&#10;&#10;AI 產生的內容可能不正確。">
            <a:extLst>
              <a:ext uri="{FF2B5EF4-FFF2-40B4-BE49-F238E27FC236}">
                <a16:creationId xmlns:a16="http://schemas.microsoft.com/office/drawing/2014/main" id="{3F4A78F8-A67A-AB17-745A-F209CEAD92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  <p:pic>
        <p:nvPicPr>
          <p:cNvPr id="27" name="圖片 26" descr="一張含有 螢幕擷取畫面, 圖表, Rectangle, 文字 的圖片&#10;&#10;AI 產生的內容可能不正確。">
            <a:extLst>
              <a:ext uri="{FF2B5EF4-FFF2-40B4-BE49-F238E27FC236}">
                <a16:creationId xmlns:a16="http://schemas.microsoft.com/office/drawing/2014/main" id="{F53AE3F9-F3BB-C958-D4D3-2743D8232A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9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每次排程都會畫一張圖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螢幕擷取畫面, 圖表, Rectangle, 鮮豔 的圖片&#10;&#10;AI 產生的內容可能不正確。">
            <a:extLst>
              <a:ext uri="{FF2B5EF4-FFF2-40B4-BE49-F238E27FC236}">
                <a16:creationId xmlns:a16="http://schemas.microsoft.com/office/drawing/2014/main" id="{AFE75E86-A065-C915-9922-F22B829F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89" y="2501837"/>
            <a:ext cx="9161476" cy="38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00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目前可能問題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到達率設定以及分配的使用，先前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使用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interarrival time between two consecutively arrived jobs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平均到達時間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                       ，並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設有固定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Number of arrived job</a:t>
            </a:r>
          </a:p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若按照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到達設定，決策是否改只有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new job arrival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時才做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若問題擴大，甘特圖會很亂，評估指標的選擇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高階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Agent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效用分析，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與每                            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來自其他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paper)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重排來比較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1C50D81-5EBE-9027-7724-FD65D8771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96" y="2436037"/>
            <a:ext cx="1422778" cy="36924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8C89CE4-52A7-500D-3B75-2736759F2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995" y="4355053"/>
            <a:ext cx="2257415" cy="29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68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129251</TotalTime>
  <Words>475</Words>
  <Application>Microsoft Office PowerPoint</Application>
  <PresentationFormat>寬螢幕</PresentationFormat>
  <Paragraphs>83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微軟正黑體</vt:lpstr>
      <vt:lpstr>Abadi</vt:lpstr>
      <vt:lpstr>Arial</vt:lpstr>
      <vt:lpstr>Calibri</vt:lpstr>
      <vt:lpstr>Cascadia Code</vt:lpstr>
      <vt:lpstr>回顧</vt:lpstr>
      <vt:lpstr>Dynamic Environment</vt:lpstr>
      <vt:lpstr>目前進度</vt:lpstr>
      <vt:lpstr>目前環境</vt:lpstr>
      <vt:lpstr>環境設定</vt:lpstr>
      <vt:lpstr>目前狀況</vt:lpstr>
      <vt:lpstr>目前狀況</vt:lpstr>
      <vt:lpstr>目前狀況</vt:lpstr>
      <vt:lpstr>目前狀況</vt:lpstr>
      <vt:lpstr>目前狀況</vt:lpstr>
      <vt:lpstr>目前狀況</vt:lpstr>
      <vt:lpstr>目前狀況</vt:lpstr>
      <vt:lpstr>目前狀況</vt:lpstr>
      <vt:lpstr>目前狀況</vt:lpstr>
      <vt:lpstr>目前狀況</vt:lpstr>
      <vt:lpstr>目前狀況</vt:lpstr>
      <vt:lpstr>目前可能問題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811</cp:revision>
  <dcterms:created xsi:type="dcterms:W3CDTF">2022-03-03T14:40:23Z</dcterms:created>
  <dcterms:modified xsi:type="dcterms:W3CDTF">2025-10-27T02:53:04Z</dcterms:modified>
</cp:coreProperties>
</file>