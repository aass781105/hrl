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942" r:id="rId2"/>
    <p:sldId id="947" r:id="rId3"/>
    <p:sldId id="991" r:id="rId4"/>
    <p:sldId id="994" r:id="rId5"/>
    <p:sldId id="995" r:id="rId6"/>
    <p:sldId id="1004" r:id="rId7"/>
    <p:sldId id="1005" r:id="rId8"/>
    <p:sldId id="992" r:id="rId9"/>
    <p:sldId id="93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107" d="100"/>
          <a:sy n="107" d="100"/>
        </p:scale>
        <p:origin x="672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2025/11/4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HRL1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2025/11/04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目前進度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修改環境設定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嵌入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作為排成決策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訓練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作為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higher level agent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目前環境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到達工單依循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exponential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，每次到達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筆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環境終止條件為最大工單到達數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不同的地方有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Paper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的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machine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數為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10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或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20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的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operations 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數為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[m-5, m+5]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，目前環境固定為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m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53133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使用三種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rewards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1.paper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使用的</a:t>
            </a: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zh-TW" alt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改良</a:t>
            </a:r>
            <a:endParaRPr lang="en-US" altLang="zh-TW" sz="1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3.sparse reward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，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-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使用模擬終止條件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 100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 = 1000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平均到達時間                      ，設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50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BAEE4FC-1FF9-513D-AED0-1FE435E1A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960" y="1879619"/>
            <a:ext cx="5363323" cy="295316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3F257CF-508B-B40A-FA63-CFF6285B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306" y="2433895"/>
            <a:ext cx="1743318" cy="30484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3FC9426-8D9D-95A7-2621-6B0B47DA3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158" y="2815223"/>
            <a:ext cx="2763113" cy="41994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3571AEB-0C54-6EC8-4DE6-C5ACD7388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9271" y="4588913"/>
            <a:ext cx="1419423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32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  <a:r>
              <a:rPr lang="en-US" altLang="zh-TW" dirty="0"/>
              <a:t>-</a:t>
            </a:r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paper rewards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661" y="2054091"/>
            <a:ext cx="2047795" cy="5456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圖片 7" descr="一張含有 文字, 筆跡, 行, 繪圖 的圖片&#10;&#10;AI 產生的內容可能不正確。">
            <a:extLst>
              <a:ext uri="{FF2B5EF4-FFF2-40B4-BE49-F238E27FC236}">
                <a16:creationId xmlns:a16="http://schemas.microsoft.com/office/drawing/2014/main" id="{935D47A1-D329-3062-124D-0ACD887D0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24" y="2652138"/>
            <a:ext cx="4546667" cy="3637334"/>
          </a:xfrm>
          <a:prstGeom prst="rect">
            <a:avLst/>
          </a:prstGeom>
        </p:spPr>
      </p:pic>
      <p:pic>
        <p:nvPicPr>
          <p:cNvPr id="12" name="圖片 11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BBA8374D-5DDA-A435-B70E-1F8893EC7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109" y="2652138"/>
            <a:ext cx="4546667" cy="3637334"/>
          </a:xfrm>
          <a:prstGeom prst="rect">
            <a:avLst/>
          </a:prstGeom>
        </p:spPr>
      </p:pic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FEC69660-63DE-00A0-440E-096AE1215DEB}"/>
              </a:ext>
            </a:extLst>
          </p:cNvPr>
          <p:cNvSpPr txBox="1">
            <a:spLocks/>
          </p:cNvSpPr>
          <p:nvPr/>
        </p:nvSpPr>
        <p:spPr>
          <a:xfrm>
            <a:off x="8468047" y="2041440"/>
            <a:ext cx="2047795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N=1000</a:t>
            </a:r>
          </a:p>
        </p:txBody>
      </p:sp>
    </p:spTree>
    <p:extLst>
      <p:ext uri="{BB962C8B-B14F-4D97-AF65-F5344CB8AC3E}">
        <p14:creationId xmlns:p14="http://schemas.microsoft.com/office/powerpoint/2010/main" val="202479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  <a:r>
              <a:rPr lang="en-US" altLang="zh-TW" dirty="0"/>
              <a:t>-</a:t>
            </a:r>
            <a:r>
              <a:rPr lang="zh-TW" alt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改良</a:t>
            </a:r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 rewards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661" y="2054091"/>
            <a:ext cx="2047795" cy="5456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FEC69660-63DE-00A0-440E-096AE1215DEB}"/>
              </a:ext>
            </a:extLst>
          </p:cNvPr>
          <p:cNvSpPr txBox="1">
            <a:spLocks/>
          </p:cNvSpPr>
          <p:nvPr/>
        </p:nvSpPr>
        <p:spPr>
          <a:xfrm>
            <a:off x="8468047" y="2041440"/>
            <a:ext cx="2047795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N=1000</a:t>
            </a:r>
          </a:p>
        </p:txBody>
      </p:sp>
      <p:pic>
        <p:nvPicPr>
          <p:cNvPr id="7" name="圖片 6" descr="一張含有 文字, 圖表, 繪圖, 行 的圖片&#10;&#10;AI 產生的內容可能不正確。">
            <a:extLst>
              <a:ext uri="{FF2B5EF4-FFF2-40B4-BE49-F238E27FC236}">
                <a16:creationId xmlns:a16="http://schemas.microsoft.com/office/drawing/2014/main" id="{29961E4D-6207-0653-8233-56EC44B0B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74" y="2652138"/>
            <a:ext cx="4546667" cy="3637334"/>
          </a:xfrm>
          <a:prstGeom prst="rect">
            <a:avLst/>
          </a:prstGeom>
        </p:spPr>
      </p:pic>
      <p:pic>
        <p:nvPicPr>
          <p:cNvPr id="10" name="圖片 9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03A0924F-ADFC-406B-E9C6-4177B5D2C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611" y="2648975"/>
            <a:ext cx="4546666" cy="363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92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  <a:r>
              <a:rPr lang="en-US" altLang="zh-TW" dirty="0"/>
              <a:t>-</a:t>
            </a:r>
            <a:r>
              <a:rPr lang="en-US" altLang="zh-TW" dirty="0" err="1"/>
              <a:t>makespan</a:t>
            </a:r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 rewards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661" y="2054091"/>
            <a:ext cx="2047795" cy="5456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FEC69660-63DE-00A0-440E-096AE1215DEB}"/>
              </a:ext>
            </a:extLst>
          </p:cNvPr>
          <p:cNvSpPr txBox="1">
            <a:spLocks/>
          </p:cNvSpPr>
          <p:nvPr/>
        </p:nvSpPr>
        <p:spPr>
          <a:xfrm>
            <a:off x="8468047" y="2041440"/>
            <a:ext cx="2047795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N=1000</a:t>
            </a:r>
          </a:p>
        </p:txBody>
      </p:sp>
      <p:pic>
        <p:nvPicPr>
          <p:cNvPr id="7" name="圖片 6" descr="一張含有 文字, 筆跡, 繪圖, 字型 的圖片&#10;&#10;AI 產生的內容可能不正確。">
            <a:extLst>
              <a:ext uri="{FF2B5EF4-FFF2-40B4-BE49-F238E27FC236}">
                <a16:creationId xmlns:a16="http://schemas.microsoft.com/office/drawing/2014/main" id="{4CD8DE1C-AF5E-BC44-4A0B-BD6C1FA00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25" y="2652138"/>
            <a:ext cx="4546667" cy="3637334"/>
          </a:xfrm>
          <a:prstGeom prst="rect">
            <a:avLst/>
          </a:prstGeom>
        </p:spPr>
      </p:pic>
      <p:pic>
        <p:nvPicPr>
          <p:cNvPr id="10" name="圖片 9" descr="一張含有 文字, 字型, 筆跡, 行 的圖片&#10;&#10;AI 產生的內容可能不正確。">
            <a:extLst>
              <a:ext uri="{FF2B5EF4-FFF2-40B4-BE49-F238E27FC236}">
                <a16:creationId xmlns:a16="http://schemas.microsoft.com/office/drawing/2014/main" id="{A3FB5B4F-A1FC-37D4-658C-17FB2A64B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110" y="2587111"/>
            <a:ext cx="4546666" cy="363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8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在實際使用時還有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Bug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，在決策時會常駐選擇不釋放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此行為似乎可導致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最大化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DDQN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是否真的有正確學習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對於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 reward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的理解是否有問題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D052EEF-70D7-97DE-EFAA-9A0124CB8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7" y="2667661"/>
            <a:ext cx="698279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68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129450</TotalTime>
  <Words>260</Words>
  <Application>Microsoft Office PowerPoint</Application>
  <PresentationFormat>寬螢幕</PresentationFormat>
  <Paragraphs>54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微軟正黑體</vt:lpstr>
      <vt:lpstr>Abadi</vt:lpstr>
      <vt:lpstr>Arial</vt:lpstr>
      <vt:lpstr>Calibri</vt:lpstr>
      <vt:lpstr>Cascadia Code</vt:lpstr>
      <vt:lpstr>回顧</vt:lpstr>
      <vt:lpstr>HRL1</vt:lpstr>
      <vt:lpstr>目前進度</vt:lpstr>
      <vt:lpstr>目前環境</vt:lpstr>
      <vt:lpstr>訓練設定</vt:lpstr>
      <vt:lpstr>訓練結果-paper rewards</vt:lpstr>
      <vt:lpstr>訓練結果-改良 rewards</vt:lpstr>
      <vt:lpstr>訓練結果-makespan rewards</vt:lpstr>
      <vt:lpstr>目前問題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812</cp:revision>
  <dcterms:created xsi:type="dcterms:W3CDTF">2022-03-03T14:40:23Z</dcterms:created>
  <dcterms:modified xsi:type="dcterms:W3CDTF">2025-11-04T09:06:18Z</dcterms:modified>
</cp:coreProperties>
</file>