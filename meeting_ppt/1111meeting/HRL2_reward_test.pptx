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942" r:id="rId2"/>
    <p:sldId id="947" r:id="rId3"/>
    <p:sldId id="994" r:id="rId4"/>
    <p:sldId id="1007" r:id="rId5"/>
    <p:sldId id="995" r:id="rId6"/>
    <p:sldId id="1008" r:id="rId7"/>
    <p:sldId id="1006" r:id="rId8"/>
    <p:sldId id="1009" r:id="rId9"/>
    <p:sldId id="1010" r:id="rId10"/>
    <p:sldId id="1011" r:id="rId11"/>
    <p:sldId id="1013" r:id="rId12"/>
    <p:sldId id="1012" r:id="rId13"/>
    <p:sldId id="992" r:id="rId14"/>
    <p:sldId id="93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70AD47"/>
    <a:srgbClr val="3F6EC2"/>
    <a:srgbClr val="ED7D31"/>
    <a:srgbClr val="C00000"/>
    <a:srgbClr val="4E799B"/>
    <a:srgbClr val="FFAD39"/>
    <a:srgbClr val="FF9966"/>
    <a:srgbClr val="B0966A"/>
    <a:srgbClr val="CA6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796" autoAdjust="0"/>
  </p:normalViewPr>
  <p:slideViewPr>
    <p:cSldViewPr snapToGrid="0">
      <p:cViewPr varScale="1">
        <p:scale>
          <a:sx n="107" d="100"/>
          <a:sy n="107" d="100"/>
        </p:scale>
        <p:origin x="672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842FF-CB32-43DF-B9FE-65EF665875B2}" type="datetimeFigureOut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097C-2611-49AA-93D4-A0110E9A53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2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210733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064624"/>
            <a:ext cx="10058400" cy="1143000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414A-AA3B-479F-9443-E87E6DB2D303}" type="datetime1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5064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aipei Tech logo">
            <a:extLst>
              <a:ext uri="{FF2B5EF4-FFF2-40B4-BE49-F238E27FC236}">
                <a16:creationId xmlns:a16="http://schemas.microsoft.com/office/drawing/2014/main" id="{C84FB869-60CA-1359-A1A9-972FEE00D5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73" y="82333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FE2F8E-0A2C-6F39-816C-42C1E1733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28" y="180909"/>
            <a:ext cx="3740342" cy="5588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7AFDF-5951-D557-114F-9D59ED13850D}"/>
              </a:ext>
            </a:extLst>
          </p:cNvPr>
          <p:cNvSpPr/>
          <p:nvPr userDrawn="1"/>
        </p:nvSpPr>
        <p:spPr>
          <a:xfrm>
            <a:off x="1" y="1632361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597C5-038F-02ED-F1C7-CE412689C651}"/>
              </a:ext>
            </a:extLst>
          </p:cNvPr>
          <p:cNvSpPr/>
          <p:nvPr userDrawn="1"/>
        </p:nvSpPr>
        <p:spPr>
          <a:xfrm>
            <a:off x="11337885" y="1632360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>
            <a:noAutofit/>
          </a:bodyPr>
          <a:lstStyle>
            <a:lvl1pPr marL="0">
              <a:defRPr sz="4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4139-FB37-44CF-9649-84761977F7A6}" type="datetime1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4E0F19-E296-C08D-6CCC-3FFA478020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280" y="1844040"/>
            <a:ext cx="10012680" cy="4307840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9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B276-F255-4EEC-8D40-1223573FF8B6}" type="datetime1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D32E87-AE6C-472D-9A09-3ECFE3A03479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9B39C-AD5F-C429-CFBC-3A61DB6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80" y="33090"/>
            <a:ext cx="9562253" cy="545671"/>
          </a:xfrm>
        </p:spPr>
        <p:txBody>
          <a:bodyPr>
            <a:noAutofit/>
          </a:bodyPr>
          <a:lstStyle>
            <a:lvl1pPr marL="0"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EB8-4775-A21F-4CBB-D3B6B1972A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640" y="911014"/>
            <a:ext cx="11247120" cy="5240866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F5CB97-E547-425F-B1EF-51E6D4EAC77F}" type="datetime1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3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E65-6E56-49AE-80DA-7E1BCEC842BD}" type="datetime1">
              <a:rPr lang="zh-TW" altLang="en-US" smtClean="0"/>
              <a:t>2025/11/7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714" y="651559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459D13DB-F681-4B20-BE28-C9CE0BB35DC9}" type="datetime1">
              <a:rPr lang="zh-TW" altLang="en-US" smtClean="0"/>
              <a:pPr/>
              <a:t>2025/11/7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71397"/>
            <a:ext cx="4822804" cy="253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32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96F0BE3-5357-4671-AC41-EE354106F685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Taipei Tech logo">
            <a:extLst>
              <a:ext uri="{FF2B5EF4-FFF2-40B4-BE49-F238E27FC236}">
                <a16:creationId xmlns:a16="http://schemas.microsoft.com/office/drawing/2014/main" id="{B93B3042-4014-4658-5163-E5664504D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687" y="76285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3" r:id="rId3"/>
    <p:sldLayoutId id="2147483704" r:id="rId4"/>
    <p:sldLayoutId id="2147483707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hyperlink" Target="gantt_dma_T_T_10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gantt_always" TargetMode="External"/><Relationship Id="rId2" Type="http://schemas.openxmlformats.org/officeDocument/2006/relationships/hyperlink" Target="gantt_inter25_mk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gantt_inter25_mk_interval" TargetMode="External"/><Relationship Id="rId4" Type="http://schemas.openxmlformats.org/officeDocument/2006/relationships/hyperlink" Target="gantt_t_reschedule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FB725-A3BC-1735-E5D3-E841251F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556043"/>
          </a:xfrm>
        </p:spPr>
        <p:txBody>
          <a:bodyPr>
            <a:normAutofit/>
          </a:bodyPr>
          <a:lstStyle/>
          <a:p>
            <a:r>
              <a:rPr lang="en-US" altLang="zh-TW" dirty="0"/>
              <a:t>HRL</a:t>
            </a:r>
            <a:r>
              <a:rPr lang="zh-TW" altLang="en-US" dirty="0"/>
              <a:t> </a:t>
            </a:r>
            <a:r>
              <a:rPr lang="en-US" altLang="zh-TW" dirty="0"/>
              <a:t>reward test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61C99B-68D5-06B4-0619-45FF2CD5F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李信翰</a:t>
            </a:r>
            <a:endParaRPr lang="en-US" altLang="zh-TW" dirty="0"/>
          </a:p>
          <a:p>
            <a:r>
              <a:rPr lang="en-US" altLang="zh-TW" dirty="0"/>
              <a:t>2025/11/11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29393D-EB17-0B9B-F7A1-7EBE720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10FEA9-4B06-E7EE-E0A0-84370D4E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40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目前進度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測試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 rewards</a:t>
            </a: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測試對照組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67448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使用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rewards</a:t>
            </a: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1.paper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使用的</a:t>
            </a: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</a:t>
            </a:r>
            <a:r>
              <a:rPr lang="zh-TW" alt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TW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</a:t>
            </a:r>
            <a:r>
              <a:rPr lang="en-US" altLang="zh-TW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akespan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變動值</a:t>
            </a:r>
            <a:endParaRPr lang="en-US" altLang="zh-TW" sz="16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3.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altLang="zh-TW" sz="16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r>
              <a:rPr lang="zh-TW" alt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 變動值 在除以</a:t>
            </a:r>
            <a:r>
              <a:rPr lang="en-US" altLang="zh-TW" sz="1600" dirty="0">
                <a:solidFill>
                  <a:srgbClr val="222222"/>
                </a:solidFill>
                <a:latin typeface="Arial" panose="020B0604020202020204" pitchFamily="34" charset="0"/>
              </a:rPr>
              <a:t>interval time</a:t>
            </a: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新增選項，全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idle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不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release: -100</a:t>
            </a: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新增選項結束時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buffer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還有還有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job: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一筆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-50</a:t>
            </a: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使用模擬終止條件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 100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 = 1000</a:t>
            </a:r>
          </a:p>
          <a:p>
            <a:pPr marL="201168" lvl="1" indent="0">
              <a:lnSpc>
                <a:spcPct val="150000"/>
              </a:lnSpc>
              <a:buNone/>
            </a:pP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201168" lvl="1" indent="0">
              <a:lnSpc>
                <a:spcPct val="150000"/>
              </a:lnSpc>
              <a:buNone/>
            </a:pP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C3F257CF-508B-B40A-FA63-CFF6285BB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306" y="2433895"/>
            <a:ext cx="1743318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32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訓練結果</a:t>
            </a:r>
            <a:r>
              <a:rPr lang="en-US" altLang="zh-TW" dirty="0"/>
              <a:t>-</a:t>
            </a:r>
            <a:r>
              <a:rPr lang="en-US" altLang="zh-TW" dirty="0" err="1"/>
              <a:t>Makespan</a:t>
            </a:r>
            <a:r>
              <a:rPr lang="en-US" altLang="zh-TW" dirty="0"/>
              <a:t> </a:t>
            </a:r>
            <a:r>
              <a:rPr lang="zh-TW" altLang="en-US" dirty="0"/>
              <a:t>變動值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870" y="2054091"/>
            <a:ext cx="3555375" cy="545671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N=100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idle penalty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開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內容版面配置區 4">
            <a:extLst>
              <a:ext uri="{FF2B5EF4-FFF2-40B4-BE49-F238E27FC236}">
                <a16:creationId xmlns:a16="http://schemas.microsoft.com/office/drawing/2014/main" id="{29C130A1-E344-8337-5641-2E8925868B6F}"/>
              </a:ext>
            </a:extLst>
          </p:cNvPr>
          <p:cNvSpPr txBox="1">
            <a:spLocks/>
          </p:cNvSpPr>
          <p:nvPr/>
        </p:nvSpPr>
        <p:spPr>
          <a:xfrm>
            <a:off x="7708950" y="2054525"/>
            <a:ext cx="3840306" cy="64402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N=100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final penalty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開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8" name="圖片 7" descr="一張含有 文字, 筆跡, 字型, 行 的圖片&#10;&#10;AI 產生的內容可能不正確。">
            <a:extLst>
              <a:ext uri="{FF2B5EF4-FFF2-40B4-BE49-F238E27FC236}">
                <a16:creationId xmlns:a16="http://schemas.microsoft.com/office/drawing/2014/main" id="{24FDCE86-399F-73BF-7BFD-0732D3511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44" y="2698116"/>
            <a:ext cx="4439626" cy="3551701"/>
          </a:xfrm>
          <a:prstGeom prst="rect">
            <a:avLst/>
          </a:prstGeom>
        </p:spPr>
      </p:pic>
      <p:pic>
        <p:nvPicPr>
          <p:cNvPr id="12" name="圖片 11" descr="一張含有 文字, 筆跡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5D9BE213-DA90-8C27-ABD3-745CF365E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824" y="2698117"/>
            <a:ext cx="4439626" cy="355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30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訓練結果</a:t>
            </a:r>
            <a:r>
              <a:rPr lang="en-US" altLang="zh-TW" dirty="0"/>
              <a:t>-</a:t>
            </a:r>
            <a:r>
              <a:rPr lang="en-US" altLang="zh-TW" dirty="0" err="1"/>
              <a:t>Makespan</a:t>
            </a:r>
            <a:r>
              <a:rPr lang="en-US" altLang="zh-TW" dirty="0"/>
              <a:t> </a:t>
            </a:r>
            <a:r>
              <a:rPr lang="zh-TW" altLang="en-US" dirty="0"/>
              <a:t>變動值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870" y="2054091"/>
            <a:ext cx="3555375" cy="54567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N=100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，選項全開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圖片 6" descr="一張含有 文字, 行, 繪圖, 字型 的圖片&#10;&#10;AI 產生的內容可能不正確。">
            <a:extLst>
              <a:ext uri="{FF2B5EF4-FFF2-40B4-BE49-F238E27FC236}">
                <a16:creationId xmlns:a16="http://schemas.microsoft.com/office/drawing/2014/main" id="{73CB3E2A-C401-1055-0A4E-39F682520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963" y="2599762"/>
            <a:ext cx="4439626" cy="3551702"/>
          </a:xfrm>
          <a:prstGeom prst="rect">
            <a:avLst/>
          </a:prstGeom>
        </p:spPr>
      </p:pic>
      <p:pic>
        <p:nvPicPr>
          <p:cNvPr id="10" name="圖片 9" descr="一張含有 文字, 筆跡, 字型, 行 的圖片&#10;&#10;AI 產生的內容可能不正確。">
            <a:extLst>
              <a:ext uri="{FF2B5EF4-FFF2-40B4-BE49-F238E27FC236}">
                <a16:creationId xmlns:a16="http://schemas.microsoft.com/office/drawing/2014/main" id="{21F891AD-D47C-A983-7374-F5D4E2513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45" y="2599763"/>
            <a:ext cx="4439626" cy="3551701"/>
          </a:xfrm>
          <a:prstGeom prst="rect">
            <a:avLst/>
          </a:prstGeom>
        </p:spPr>
      </p:pic>
      <p:sp>
        <p:nvSpPr>
          <p:cNvPr id="11" name="內容版面配置區 4">
            <a:extLst>
              <a:ext uri="{FF2B5EF4-FFF2-40B4-BE49-F238E27FC236}">
                <a16:creationId xmlns:a16="http://schemas.microsoft.com/office/drawing/2014/main" id="{29C130A1-E344-8337-5641-2E8925868B6F}"/>
              </a:ext>
            </a:extLst>
          </p:cNvPr>
          <p:cNvSpPr txBox="1">
            <a:spLocks/>
          </p:cNvSpPr>
          <p:nvPr/>
        </p:nvSpPr>
        <p:spPr>
          <a:xfrm>
            <a:off x="7708950" y="2054091"/>
            <a:ext cx="3555375" cy="54567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N=1000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，選項全開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793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訓練結果</a:t>
            </a:r>
            <a:r>
              <a:rPr lang="en-US" altLang="zh-TW" dirty="0"/>
              <a:t>-</a:t>
            </a:r>
            <a:r>
              <a:rPr lang="en-US" altLang="zh-TW" dirty="0" err="1"/>
              <a:t>Makespan</a:t>
            </a:r>
            <a:r>
              <a:rPr lang="en-US" altLang="zh-TW" dirty="0"/>
              <a:t> </a:t>
            </a:r>
            <a:r>
              <a:rPr lang="zh-TW" altLang="en-US" dirty="0"/>
              <a:t>變動值除以</a:t>
            </a:r>
            <a:r>
              <a:rPr lang="en-US" altLang="zh-TW" dirty="0"/>
              <a:t>interval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870" y="2054091"/>
            <a:ext cx="3555375" cy="54567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N=100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，選項全開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內容版面配置區 4">
            <a:extLst>
              <a:ext uri="{FF2B5EF4-FFF2-40B4-BE49-F238E27FC236}">
                <a16:creationId xmlns:a16="http://schemas.microsoft.com/office/drawing/2014/main" id="{29C130A1-E344-8337-5641-2E8925868B6F}"/>
              </a:ext>
            </a:extLst>
          </p:cNvPr>
          <p:cNvSpPr txBox="1">
            <a:spLocks/>
          </p:cNvSpPr>
          <p:nvPr/>
        </p:nvSpPr>
        <p:spPr>
          <a:xfrm>
            <a:off x="7708950" y="2054091"/>
            <a:ext cx="3555375" cy="54567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N=1000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，選項全開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8" name="圖片 7" descr="一張含有 文字, 行, 繪圖, 筆跡 的圖片&#10;&#10;AI 產生的內容可能不正確。">
            <a:extLst>
              <a:ext uri="{FF2B5EF4-FFF2-40B4-BE49-F238E27FC236}">
                <a16:creationId xmlns:a16="http://schemas.microsoft.com/office/drawing/2014/main" id="{D00F5407-C5B5-A29A-D282-7CFAA2493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824" y="2599761"/>
            <a:ext cx="4439626" cy="3551702"/>
          </a:xfrm>
          <a:prstGeom prst="rect">
            <a:avLst/>
          </a:prstGeom>
        </p:spPr>
      </p:pic>
      <p:pic>
        <p:nvPicPr>
          <p:cNvPr id="12" name="圖片 11" descr="一張含有 文字, 繪圖, 行, 螢幕擷取畫面 的圖片&#10;&#10;AI 產生的內容可能不正確。">
            <a:extLst>
              <a:ext uri="{FF2B5EF4-FFF2-40B4-BE49-F238E27FC236}">
                <a16:creationId xmlns:a16="http://schemas.microsoft.com/office/drawing/2014/main" id="{4F5B4A57-A7AB-5C12-1E60-26FC9379F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44" y="2599762"/>
            <a:ext cx="4439626" cy="355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18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訓練結果</a:t>
            </a:r>
            <a:r>
              <a:rPr lang="en-US" altLang="zh-TW" dirty="0"/>
              <a:t> </a:t>
            </a:r>
            <a:r>
              <a:rPr lang="en-US" altLang="zh-TW" sz="4000" dirty="0">
                <a:solidFill>
                  <a:srgbClr val="222222"/>
                </a:solidFill>
                <a:latin typeface="Arial" panose="020B0604020202020204" pitchFamily="34" charset="0"/>
              </a:rPr>
              <a:t>paper rewards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870" y="2054091"/>
            <a:ext cx="3555375" cy="54567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N=100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，選項全開</a:t>
            </a:r>
            <a:endParaRPr lang="en-US" altLang="zh-TW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內容版面配置區 4">
            <a:extLst>
              <a:ext uri="{FF2B5EF4-FFF2-40B4-BE49-F238E27FC236}">
                <a16:creationId xmlns:a16="http://schemas.microsoft.com/office/drawing/2014/main" id="{29C130A1-E344-8337-5641-2E8925868B6F}"/>
              </a:ext>
            </a:extLst>
          </p:cNvPr>
          <p:cNvSpPr txBox="1">
            <a:spLocks/>
          </p:cNvSpPr>
          <p:nvPr/>
        </p:nvSpPr>
        <p:spPr>
          <a:xfrm>
            <a:off x="7708950" y="2054091"/>
            <a:ext cx="3555375" cy="54567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N=1000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，選項全開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8" name="圖片 7" descr="一張含有 文字, 筆跡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EA5219E8-D978-9798-A089-E505DA834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44" y="2597793"/>
            <a:ext cx="4439626" cy="3551701"/>
          </a:xfrm>
          <a:prstGeom prst="rect">
            <a:avLst/>
          </a:prstGeom>
        </p:spPr>
      </p:pic>
      <p:pic>
        <p:nvPicPr>
          <p:cNvPr id="12" name="圖片 11" descr="一張含有 文字, 字型, 筆跡, 行 的圖片&#10;&#10;AI 產生的內容可能不正確。">
            <a:extLst>
              <a:ext uri="{FF2B5EF4-FFF2-40B4-BE49-F238E27FC236}">
                <a16:creationId xmlns:a16="http://schemas.microsoft.com/office/drawing/2014/main" id="{DE0303F1-AD14-D556-59C6-CD26E22FB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824" y="2597793"/>
            <a:ext cx="4439626" cy="355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68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小結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Rewards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有一個先下在上，原因不明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新增選項部分，看起來只有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idle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有收斂，但與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不同步，可嘗試加大懲罰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在全開和只有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idle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的結果看起來並無差異，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final penalty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似乎不影響結果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目前終止條件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100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1000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看起來差不多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除以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interval time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看起來差不多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在增加懲罰後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paper rewards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並無好轉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201168" lvl="1" indent="0">
              <a:lnSpc>
                <a:spcPct val="150000"/>
              </a:lnSpc>
              <a:buNone/>
            </a:pP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201168" lvl="1" indent="0">
              <a:lnSpc>
                <a:spcPct val="150000"/>
              </a:lnSpc>
              <a:buNone/>
            </a:pP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808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329850" cy="5121536"/>
          </a:xfrm>
        </p:spPr>
        <p:txBody>
          <a:bodyPr>
            <a:norm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使用 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變動值除以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interval time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，終止條件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100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的權重測試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發現動作選擇為全部釋放， 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為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4761</a:t>
            </a: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根據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  <a:hlinkClick r:id="rId2" action="ppaction://hlinkfile"/>
              </a:rPr>
              <a:t>Gantt chart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推測，可能為模擬時間過於逼近目前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而目前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interval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已為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paper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最小值了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目前        平均加工時間為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50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      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Job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平均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數為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5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，         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=50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      已達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5</a:t>
            </a: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在此環境採用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paper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 每                                  重排將會有多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idle</a:t>
            </a: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201168" lvl="1" indent="0">
              <a:lnSpc>
                <a:spcPct val="150000"/>
              </a:lnSpc>
              <a:buNone/>
            </a:pP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201168" lvl="1" indent="0">
              <a:lnSpc>
                <a:spcPct val="150000"/>
              </a:lnSpc>
              <a:buNone/>
            </a:pP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D212FC5-2A59-C5F7-D9B2-B0F18474A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189" y="3971221"/>
            <a:ext cx="4822804" cy="19956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6938FC7-F7E3-00EE-FCC4-F9C9E1EA0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0384" y="3894766"/>
            <a:ext cx="1543265" cy="35247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FA425F9-1C49-08DF-A24C-0732C0FCC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535" y="4552041"/>
            <a:ext cx="503884" cy="27993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11DD0C1A-B2DB-A3A7-310E-5D786A362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3963" y="4552041"/>
            <a:ext cx="464438" cy="27993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84EE9773-90AC-1D93-1974-9D91C7E96B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299"/>
          <a:stretch/>
        </p:blipFill>
        <p:spPr>
          <a:xfrm>
            <a:off x="6631945" y="4515771"/>
            <a:ext cx="705292" cy="35247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AB16156C-5CB7-4BFC-80ED-BFF742EF4A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1144" y="4597623"/>
            <a:ext cx="371527" cy="18100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B978EB5A-BCF9-84B1-FCA7-5E262A96D0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3987" y="5159592"/>
            <a:ext cx="2267944" cy="31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132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訓練結果 </a:t>
            </a:r>
            <a:r>
              <a:rPr lang="en-US" altLang="zh-TW" dirty="0" err="1"/>
              <a:t>Makespan</a:t>
            </a:r>
            <a:r>
              <a:rPr lang="zh-TW" altLang="en-US" dirty="0"/>
              <a:t>增加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5660571" cy="4266928"/>
          </a:xfrm>
        </p:spPr>
        <p:txBody>
          <a:bodyPr>
            <a:norm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interval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縮短至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25</a:t>
            </a: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Reward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和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還是沒有明顯相關</a:t>
            </a: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201168" lvl="1" indent="0">
              <a:lnSpc>
                <a:spcPct val="150000"/>
              </a:lnSpc>
              <a:buNone/>
            </a:pP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12" name="圖片 11" descr="一張含有 文字, 筆跡, 字型, 行 的圖片&#10;&#10;AI 產生的內容可能不正確。">
            <a:extLst>
              <a:ext uri="{FF2B5EF4-FFF2-40B4-BE49-F238E27FC236}">
                <a16:creationId xmlns:a16="http://schemas.microsoft.com/office/drawing/2014/main" id="{5665B9E3-4AF7-FFC3-B62E-EE14077A1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294" y="1812725"/>
            <a:ext cx="5660571" cy="4528457"/>
          </a:xfrm>
          <a:prstGeom prst="rect">
            <a:avLst/>
          </a:prstGeom>
        </p:spPr>
      </p:pic>
      <p:pic>
        <p:nvPicPr>
          <p:cNvPr id="17" name="圖片 16" descr="一張含有 文字, 筆跡, 字型, 繪圖 的圖片&#10;&#10;AI 產生的內容可能不正確。">
            <a:extLst>
              <a:ext uri="{FF2B5EF4-FFF2-40B4-BE49-F238E27FC236}">
                <a16:creationId xmlns:a16="http://schemas.microsoft.com/office/drawing/2014/main" id="{3C70793B-ABAF-B18F-53FC-3BEAC8A4A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293" y="1812725"/>
            <a:ext cx="5660571" cy="452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632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訓練結果 </a:t>
            </a:r>
            <a:r>
              <a:rPr lang="en-US" altLang="zh-TW" dirty="0" err="1"/>
              <a:t>Makespan</a:t>
            </a:r>
            <a:r>
              <a:rPr lang="zh-TW" altLang="en-US" dirty="0"/>
              <a:t>增加</a:t>
            </a:r>
            <a:r>
              <a:rPr lang="en-US" altLang="zh-TW" dirty="0"/>
              <a:t> / interval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5660571" cy="4266928"/>
          </a:xfrm>
        </p:spPr>
        <p:txBody>
          <a:bodyPr>
            <a:norm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interval 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縮短至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25</a:t>
            </a: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Reward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和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還是沒有明顯相關</a:t>
            </a: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201168" lvl="1" indent="0">
              <a:lnSpc>
                <a:spcPct val="150000"/>
              </a:lnSpc>
              <a:buNone/>
            </a:pPr>
            <a:endParaRPr lang="en-US" altLang="zh-TW" sz="1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12" name="圖片 11" descr="一張含有 文字, 筆跡, 字型, 行 的圖片&#10;&#10;AI 產生的內容可能不正確。">
            <a:extLst>
              <a:ext uri="{FF2B5EF4-FFF2-40B4-BE49-F238E27FC236}">
                <a16:creationId xmlns:a16="http://schemas.microsoft.com/office/drawing/2014/main" id="{5665B9E3-4AF7-FFC3-B62E-EE14077A1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294" y="1812725"/>
            <a:ext cx="5660571" cy="452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68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測試結果</a:t>
            </a:r>
            <a:r>
              <a:rPr lang="en-US" altLang="zh-TW" dirty="0"/>
              <a:t>(5</a:t>
            </a:r>
            <a:r>
              <a:rPr lang="zh-TW" altLang="en-US" dirty="0"/>
              <a:t>次之平均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312" y="1844039"/>
            <a:ext cx="2451205" cy="4266928"/>
          </a:xfrm>
        </p:spPr>
        <p:txBody>
          <a:bodyPr>
            <a:norm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增加值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Makespan:3661.883</a:t>
            </a: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測試時間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 6.69</a:t>
            </a:r>
          </a:p>
          <a:p>
            <a:pPr marL="91440" marR="0" lvl="0" indent="-9144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Clr>
                <a:prstClr val="black">
                  <a:lumMod val="75000"/>
                  <a:lumOff val="2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結果為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  <a:hlinkClick r:id="rId2" action="ppaction://hlinkfile"/>
              </a:rPr>
              <a:t>Gantt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CE86DF5-A56C-53B7-CC83-15619340C8A4}"/>
              </a:ext>
            </a:extLst>
          </p:cNvPr>
          <p:cNvSpPr txBox="1">
            <a:spLocks/>
          </p:cNvSpPr>
          <p:nvPr/>
        </p:nvSpPr>
        <p:spPr>
          <a:xfrm>
            <a:off x="5992492" y="1838345"/>
            <a:ext cx="2451205" cy="426692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每次放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Makespan:3452.772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測試時間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:44.94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結果為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  <a:hlinkClick r:id="rId3" action="ppaction://hlinkfile"/>
              </a:rPr>
              <a:t>Gantt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814076C-AFD0-90C0-41DB-3FB6F14E3038}"/>
              </a:ext>
            </a:extLst>
          </p:cNvPr>
          <p:cNvSpPr txBox="1">
            <a:spLocks/>
          </p:cNvSpPr>
          <p:nvPr/>
        </p:nvSpPr>
        <p:spPr>
          <a:xfrm>
            <a:off x="8636967" y="1844040"/>
            <a:ext cx="3214374" cy="46157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按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paper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公式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(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每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250)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Makespan:3599.200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測試時間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:4.77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測試時為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arrive event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間隔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&gt;250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時重排，並非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250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一到就重排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結果為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  <a:hlinkClick r:id="rId4" action="ppaction://hlinkfile"/>
              </a:rPr>
              <a:t>Gantt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1" name="內容版面配置區 4">
            <a:extLst>
              <a:ext uri="{FF2B5EF4-FFF2-40B4-BE49-F238E27FC236}">
                <a16:creationId xmlns:a16="http://schemas.microsoft.com/office/drawing/2014/main" id="{2587B7CF-7BD0-E9B1-2438-D137F1F1E348}"/>
              </a:ext>
            </a:extLst>
          </p:cNvPr>
          <p:cNvSpPr txBox="1">
            <a:spLocks/>
          </p:cNvSpPr>
          <p:nvPr/>
        </p:nvSpPr>
        <p:spPr>
          <a:xfrm>
            <a:off x="3101902" y="1844039"/>
            <a:ext cx="2451205" cy="426692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增加值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/interval 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Makespan:3736.160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測試時間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: 3.11</a:t>
            </a:r>
          </a:p>
          <a:p>
            <a:pPr>
              <a:lnSpc>
                <a:spcPct val="150000"/>
              </a:lnSpc>
              <a:buClr>
                <a:prstClr val="black">
                  <a:lumMod val="75000"/>
                  <a:lumOff val="25000"/>
                </a:prstClr>
              </a:buClr>
              <a:defRPr/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結果為 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  <a:hlinkClick r:id="rId5" action="ppaction://hlinkfile"/>
              </a:rPr>
              <a:t>Gantt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256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目前問題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666924" cy="5121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環境參數的設定需要再確定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目前與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paper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中固定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重排方法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makespan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差不多，但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排程次數可較低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再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Gannt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上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再重排前都會有一小段全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idle(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目前設定是兩次到達間全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idle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才會懲罰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)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，或許可再加強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668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FDE61-E3D2-E6BC-0F9F-9A422FAE0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F3F00-E9C9-CE25-63F7-48B11D19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1CA2B-8F20-5B3D-72AC-0153AA2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2938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自訂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789D89"/>
      </a:accent1>
      <a:accent2>
        <a:srgbClr val="789D89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133788</TotalTime>
  <Words>595</Words>
  <Application>Microsoft Office PowerPoint</Application>
  <PresentationFormat>寬螢幕</PresentationFormat>
  <Paragraphs>101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微軟正黑體</vt:lpstr>
      <vt:lpstr>Abadi</vt:lpstr>
      <vt:lpstr>Arial</vt:lpstr>
      <vt:lpstr>Calibri</vt:lpstr>
      <vt:lpstr>Cascadia Code</vt:lpstr>
      <vt:lpstr>回顧</vt:lpstr>
      <vt:lpstr>HRL reward test</vt:lpstr>
      <vt:lpstr>目前進度</vt:lpstr>
      <vt:lpstr>訓練設定</vt:lpstr>
      <vt:lpstr>訓練結果-Makespan 變動值</vt:lpstr>
      <vt:lpstr>訓練結果-Makespan 變動值</vt:lpstr>
      <vt:lpstr>訓練結果-Makespan 變動值除以interval</vt:lpstr>
      <vt:lpstr>訓練結果 paper rewards</vt:lpstr>
      <vt:lpstr>小結</vt:lpstr>
      <vt:lpstr>測試結果</vt:lpstr>
      <vt:lpstr>訓練結果 Makespan增加</vt:lpstr>
      <vt:lpstr>訓練結果 Makespan增加 / interval</vt:lpstr>
      <vt:lpstr>測試結果(5次之平均)</vt:lpstr>
      <vt:lpstr>目前問題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電容錯誤偵測</dc:title>
  <dc:creator>陳佳伶</dc:creator>
  <cp:lastModifiedBy>lab643</cp:lastModifiedBy>
  <cp:revision>816</cp:revision>
  <dcterms:created xsi:type="dcterms:W3CDTF">2022-03-03T14:40:23Z</dcterms:created>
  <dcterms:modified xsi:type="dcterms:W3CDTF">2025-11-10T07:34:41Z</dcterms:modified>
</cp:coreProperties>
</file>