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942" r:id="rId2"/>
    <p:sldId id="948" r:id="rId3"/>
    <p:sldId id="947" r:id="rId4"/>
    <p:sldId id="949" r:id="rId5"/>
    <p:sldId id="950" r:id="rId6"/>
    <p:sldId id="951" r:id="rId7"/>
    <p:sldId id="93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2025/9/13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重現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2025/09/16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79" y="1844040"/>
            <a:ext cx="10801004" cy="34413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目前沒有找到</a:t>
            </a:r>
            <a:r>
              <a:rPr lang="en-US" altLang="zh-TW" dirty="0"/>
              <a:t>HRL</a:t>
            </a:r>
            <a:r>
              <a:rPr lang="zh-TW" altLang="en-US" dirty="0"/>
              <a:t>在單純</a:t>
            </a:r>
            <a:r>
              <a:rPr lang="en-US" altLang="zh-TW" dirty="0"/>
              <a:t>FJSP</a:t>
            </a:r>
            <a:r>
              <a:rPr lang="zh-TW" altLang="en-US" dirty="0"/>
              <a:t>上的應用程式碼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轉為使用</a:t>
            </a:r>
            <a:r>
              <a:rPr lang="en-US" altLang="zh-TW" dirty="0"/>
              <a:t>Chat GPT</a:t>
            </a:r>
            <a:r>
              <a:rPr lang="zh-TW" altLang="en-US" dirty="0"/>
              <a:t>生成，發現</a:t>
            </a:r>
            <a:r>
              <a:rPr lang="en-US" altLang="zh-TW" dirty="0"/>
              <a:t>HRL</a:t>
            </a:r>
            <a:r>
              <a:rPr lang="zh-TW" altLang="en-US" dirty="0"/>
              <a:t>在</a:t>
            </a:r>
            <a:r>
              <a:rPr lang="en-US" altLang="zh-TW" dirty="0"/>
              <a:t>FJSP</a:t>
            </a:r>
            <a:r>
              <a:rPr lang="zh-TW" altLang="en-US" dirty="0"/>
              <a:t>上不太容易使用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目前找到</a:t>
            </a:r>
            <a:r>
              <a:rPr lang="en-US" altLang="zh-TW" dirty="0"/>
              <a:t>HRL</a:t>
            </a:r>
            <a:r>
              <a:rPr lang="zh-TW" altLang="en-US" dirty="0"/>
              <a:t>與生產排程相關文獻也著重於有</a:t>
            </a:r>
            <a:r>
              <a:rPr lang="zh-TW" altLang="en-US" dirty="0">
                <a:solidFill>
                  <a:srgbClr val="FF0000"/>
                </a:solidFill>
              </a:rPr>
              <a:t>隨機狀況</a:t>
            </a:r>
            <a:r>
              <a:rPr lang="zh-TW" altLang="en-US" dirty="0"/>
              <a:t>的問題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查看</a:t>
            </a:r>
            <a:r>
              <a:rPr lang="en-US" altLang="zh-TW" dirty="0"/>
              <a:t>HRL</a:t>
            </a:r>
            <a:r>
              <a:rPr lang="zh-TW" altLang="en-US" dirty="0"/>
              <a:t>適合哪些問題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7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HRL</a:t>
            </a:r>
            <a:r>
              <a:rPr lang="zh-TW" altLang="en-US" dirty="0"/>
              <a:t>特徵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解決普通</a:t>
            </a:r>
            <a:r>
              <a:rPr lang="en-US" altLang="zh-TW" dirty="0"/>
              <a:t>RL</a:t>
            </a:r>
            <a:r>
              <a:rPr lang="zh-TW" altLang="en-US" dirty="0"/>
              <a:t>在</a:t>
            </a:r>
            <a:r>
              <a:rPr lang="en-US" altLang="zh-TW" dirty="0"/>
              <a:t>long-horizon tasks</a:t>
            </a:r>
            <a:r>
              <a:rPr lang="zh-TW" altLang="en-US" dirty="0"/>
              <a:t>效果不佳問題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透過高階</a:t>
            </a:r>
            <a:r>
              <a:rPr lang="en-US" altLang="zh-TW" dirty="0"/>
              <a:t>policy</a:t>
            </a:r>
            <a:r>
              <a:rPr lang="zh-TW" altLang="en-US" dirty="0"/>
              <a:t>將問題拆解為較簡單的子問題讓低階</a:t>
            </a:r>
            <a:r>
              <a:rPr lang="en-US" altLang="zh-TW" dirty="0"/>
              <a:t>policy</a:t>
            </a:r>
            <a:r>
              <a:rPr lang="zh-TW" altLang="en-US" dirty="0"/>
              <a:t>解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具有</a:t>
            </a:r>
            <a:r>
              <a:rPr lang="en-US" altLang="zh-TW" dirty="0"/>
              <a:t>Temporal abstraction</a:t>
            </a:r>
            <a:r>
              <a:rPr lang="zh-TW" altLang="en-US" dirty="0"/>
              <a:t>的概念</a:t>
            </a:r>
            <a:r>
              <a:rPr lang="en-US" altLang="zh-TW" dirty="0"/>
              <a:t>(</a:t>
            </a:r>
            <a:r>
              <a:rPr lang="zh-TW" altLang="en-US" dirty="0"/>
              <a:t>動作的濃縮</a:t>
            </a:r>
            <a:r>
              <a:rPr lang="en-US" altLang="zh-TW" dirty="0"/>
              <a:t>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2F824F4-873E-4F91-A9EA-FE4547F8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2437"/>
            <a:ext cx="7744486" cy="277239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AE106A0-F598-4EB4-A05E-058983D6A55E}"/>
              </a:ext>
            </a:extLst>
          </p:cNvPr>
          <p:cNvSpPr txBox="1"/>
          <p:nvPr/>
        </p:nvSpPr>
        <p:spPr>
          <a:xfrm>
            <a:off x="7928149" y="3932972"/>
            <a:ext cx="36751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GTH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Going to Hawaii</a:t>
            </a:r>
          </a:p>
          <a:p>
            <a:r>
              <a:rPr lang="en-US" altLang="zh-TW" dirty="0"/>
              <a:t>BT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Book Tickets</a:t>
            </a:r>
          </a:p>
          <a:p>
            <a:r>
              <a:rPr lang="en-US" altLang="zh-TW" dirty="0"/>
              <a:t>OBW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Open Booking Website</a:t>
            </a:r>
          </a:p>
          <a:p>
            <a:r>
              <a:rPr lang="en-US" altLang="zh-TW" dirty="0"/>
              <a:t>BFI : Enter Flight Information</a:t>
            </a:r>
          </a:p>
          <a:p>
            <a:r>
              <a:rPr lang="en-US" altLang="zh-TW" dirty="0"/>
              <a:t>GTA : “Go To Airport</a:t>
            </a:r>
          </a:p>
          <a:p>
            <a:r>
              <a:rPr lang="en-US" altLang="zh-TW" dirty="0"/>
              <a:t>GTS : Go to Taxi Stand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HRL</a:t>
            </a:r>
            <a:r>
              <a:rPr lang="zh-TW" altLang="en-US" dirty="0"/>
              <a:t>分類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2CCDD6F-2349-488D-8C90-29A1739DB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980" y="1774562"/>
            <a:ext cx="7178301" cy="456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HRL</a:t>
            </a:r>
            <a:r>
              <a:rPr lang="zh-TW" altLang="en-US" dirty="0"/>
              <a:t>分類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LHP:</a:t>
            </a:r>
            <a:r>
              <a:rPr lang="zh-TW" altLang="en-US" sz="1800" dirty="0"/>
              <a:t> 使用預定義子任務，可在分成 </a:t>
            </a:r>
            <a:r>
              <a:rPr lang="en-US" altLang="zh-TW" sz="1800" dirty="0"/>
              <a:t>1.</a:t>
            </a:r>
            <a:r>
              <a:rPr lang="zh-TW" altLang="en-US" sz="1800" dirty="0"/>
              <a:t> 高階策略選擇子目標，讓一個通用低階策略來解決。</a:t>
            </a:r>
            <a:r>
              <a:rPr lang="en-US" altLang="zh-TW" sz="1800" dirty="0"/>
              <a:t>2. </a:t>
            </a:r>
            <a:r>
              <a:rPr lang="zh-TW" altLang="en-US" sz="1800" dirty="0"/>
              <a:t>高階策略直接選擇一個特定的低階策略來解決目前問題。</a:t>
            </a:r>
            <a:endParaRPr lang="en-US" altLang="zh-TW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UNI:</a:t>
            </a:r>
            <a:r>
              <a:rPr lang="zh-TW" altLang="en-US" sz="1800" dirty="0"/>
              <a:t>不定義子問題，</a:t>
            </a:r>
            <a:r>
              <a:rPr lang="en-US" altLang="zh-TW" sz="1800" dirty="0"/>
              <a:t>agent</a:t>
            </a:r>
            <a:r>
              <a:rPr lang="zh-TW" altLang="en-US" sz="1800" dirty="0"/>
              <a:t>自行摸索發展子策略，如將伸手、轉開門把、拉開門把等多動作，整合成開門。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ISD:</a:t>
            </a:r>
            <a:r>
              <a:rPr lang="zh-TW" altLang="en-US" sz="1800" dirty="0"/>
              <a:t>不定義子問題，讓</a:t>
            </a:r>
            <a:r>
              <a:rPr lang="en-US" altLang="zh-TW" sz="1800" dirty="0"/>
              <a:t>agent</a:t>
            </a:r>
            <a:r>
              <a:rPr lang="zh-TW" altLang="en-US" sz="1800" dirty="0"/>
              <a:t>在與目標無關的狀態中於環境預先探索，之後再由高階策略應用前訓練的結果。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TransferHRL:</a:t>
            </a:r>
            <a:r>
              <a:rPr lang="zh-TW" altLang="en-US" sz="1800" dirty="0"/>
              <a:t>由不同問題中轉移可通用的部分。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 MAHRL:</a:t>
            </a:r>
            <a:r>
              <a:rPr lang="zh-TW" altLang="en-US" sz="1800" dirty="0"/>
              <a:t>一個環境中有多個獨立的</a:t>
            </a:r>
            <a:r>
              <a:rPr lang="en-US" altLang="zh-TW" sz="1800" dirty="0"/>
              <a:t>agent</a:t>
            </a:r>
            <a:r>
              <a:rPr lang="zh-TW" altLang="en-US" sz="1800" dirty="0"/>
              <a:t>作互動。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4596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HRL</a:t>
            </a:r>
            <a:r>
              <a:rPr lang="zh-TW" altLang="en-US" dirty="0"/>
              <a:t>於排程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 marL="0" indent="88900">
              <a:lnSpc>
                <a:spcPct val="150000"/>
              </a:lnSpc>
            </a:pPr>
            <a:r>
              <a:rPr lang="zh-TW" altLang="en-US" sz="1800" dirty="0"/>
              <a:t>之前的</a:t>
            </a:r>
            <a:r>
              <a:rPr lang="en-US" altLang="zh-TW" sz="1800" dirty="0"/>
              <a:t>DFJSP</a:t>
            </a:r>
            <a:r>
              <a:rPr lang="zh-TW" altLang="en-US" sz="1800" dirty="0"/>
              <a:t>可能介於</a:t>
            </a:r>
            <a:r>
              <a:rPr lang="en-US" altLang="zh-TW" sz="1800" dirty="0"/>
              <a:t>LHP</a:t>
            </a:r>
            <a:r>
              <a:rPr lang="zh-TW" altLang="en-US" sz="1800" dirty="0"/>
              <a:t>跟</a:t>
            </a:r>
            <a:r>
              <a:rPr lang="en-US" altLang="zh-TW" sz="1800" dirty="0"/>
              <a:t>UNI</a:t>
            </a:r>
            <a:r>
              <a:rPr lang="zh-TW" altLang="en-US" sz="1800" dirty="0"/>
              <a:t>之間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HRL</a:t>
            </a:r>
            <a:r>
              <a:rPr lang="zh-TW" altLang="en-US" sz="1800" dirty="0"/>
              <a:t>應用時會將主問題再分解，目前並無想到單純</a:t>
            </a:r>
            <a:r>
              <a:rPr lang="en-US" altLang="zh-TW" sz="1800" dirty="0"/>
              <a:t>FJSP</a:t>
            </a:r>
            <a:r>
              <a:rPr lang="zh-TW" altLang="en-US" sz="1800" dirty="0"/>
              <a:t>的子問題定義，或許可往</a:t>
            </a:r>
            <a:r>
              <a:rPr lang="en-US" altLang="zh-TW" sz="1800" dirty="0"/>
              <a:t>UNI</a:t>
            </a:r>
            <a:r>
              <a:rPr lang="zh-TW" altLang="en-US" sz="1800" dirty="0"/>
              <a:t>或</a:t>
            </a:r>
            <a:r>
              <a:rPr lang="en-US" altLang="zh-TW" sz="1800" dirty="0"/>
              <a:t>ISD</a:t>
            </a:r>
            <a:r>
              <a:rPr lang="zh-TW" altLang="en-US" sz="1800" dirty="0"/>
              <a:t>發展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zh-TW" altLang="en-US" sz="1800" dirty="0"/>
              <a:t>若無</a:t>
            </a:r>
            <a:r>
              <a:rPr lang="en-US" altLang="zh-TW" sz="1800" dirty="0"/>
              <a:t>Temporal abstraction</a:t>
            </a:r>
            <a:r>
              <a:rPr lang="zh-TW" altLang="en-US" sz="1800" dirty="0"/>
              <a:t>，分層的效益可能不大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en-US" altLang="zh-TW" sz="1800" dirty="0"/>
              <a:t>HRL</a:t>
            </a:r>
            <a:r>
              <a:rPr lang="zh-TW" altLang="en-US" sz="1800" dirty="0"/>
              <a:t>基礎為</a:t>
            </a:r>
            <a:r>
              <a:rPr lang="en-US" altLang="zh-TW" sz="1800" dirty="0"/>
              <a:t>SMDP</a:t>
            </a:r>
            <a:r>
              <a:rPr lang="zh-TW" altLang="en-US" sz="1800" dirty="0"/>
              <a:t>，大部分應用皆有時間因素，若無動態事件的排程問題則可能沒有時間因子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r>
              <a:rPr lang="zh-TW" altLang="en-US" sz="1800" dirty="0"/>
              <a:t>目前將嘗試使用</a:t>
            </a:r>
            <a:r>
              <a:rPr lang="en-US" altLang="zh-TW" sz="1800" dirty="0"/>
              <a:t>Chat GPT</a:t>
            </a:r>
            <a:r>
              <a:rPr lang="zh-TW" altLang="en-US" sz="1800" dirty="0"/>
              <a:t>生成先前論文架構，並將低階</a:t>
            </a:r>
            <a:r>
              <a:rPr lang="en-US" altLang="zh-TW" sz="1800" dirty="0"/>
              <a:t>agent</a:t>
            </a:r>
            <a:r>
              <a:rPr lang="zh-TW" altLang="en-US" sz="1800" dirty="0"/>
              <a:t>換成更簡單</a:t>
            </a:r>
            <a:r>
              <a:rPr lang="zh-TW" altLang="en-US" sz="1800"/>
              <a:t>的模型</a:t>
            </a: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sz="1800" dirty="0"/>
          </a:p>
          <a:p>
            <a:pPr marL="0" indent="88900">
              <a:lnSpc>
                <a:spcPct val="15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0597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117085</TotalTime>
  <Words>409</Words>
  <Application>Microsoft Office PowerPoint</Application>
  <PresentationFormat>寬螢幕</PresentationFormat>
  <Paragraphs>48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微軟正黑體</vt:lpstr>
      <vt:lpstr>新細明體</vt:lpstr>
      <vt:lpstr>Abadi</vt:lpstr>
      <vt:lpstr>Arial</vt:lpstr>
      <vt:lpstr>Calibri</vt:lpstr>
      <vt:lpstr>Calibri Light</vt:lpstr>
      <vt:lpstr>Cascadia Code</vt:lpstr>
      <vt:lpstr>回顧</vt:lpstr>
      <vt:lpstr>HRL重現</vt:lpstr>
      <vt:lpstr>目前問題</vt:lpstr>
      <vt:lpstr>HRL特徵</vt:lpstr>
      <vt:lpstr>HRL分類</vt:lpstr>
      <vt:lpstr>HRL分類</vt:lpstr>
      <vt:lpstr>HRL於排程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李信翰</cp:lastModifiedBy>
  <cp:revision>790</cp:revision>
  <dcterms:created xsi:type="dcterms:W3CDTF">2022-03-03T14:40:23Z</dcterms:created>
  <dcterms:modified xsi:type="dcterms:W3CDTF">2025-09-13T08:00:21Z</dcterms:modified>
</cp:coreProperties>
</file>