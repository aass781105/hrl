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942" r:id="rId2"/>
    <p:sldId id="948" r:id="rId3"/>
    <p:sldId id="947" r:id="rId4"/>
    <p:sldId id="954" r:id="rId5"/>
    <p:sldId id="952" r:id="rId6"/>
    <p:sldId id="949" r:id="rId7"/>
    <p:sldId id="953" r:id="rId8"/>
    <p:sldId id="93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2025/9/23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2025/9/23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2025/9/23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2025/9/23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</a:t>
            </a:r>
            <a:r>
              <a:rPr lang="zh-TW" altLang="en-US" dirty="0"/>
              <a:t>重現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2025/09/16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79" y="1844040"/>
            <a:ext cx="10801004" cy="34413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環境設置都已符和要求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訓練資料採用現有</a:t>
            </a:r>
            <a:r>
              <a:rPr lang="en-US" altLang="zh-TW" dirty="0"/>
              <a:t>JSP</a:t>
            </a:r>
            <a:r>
              <a:rPr lang="zh-TW" altLang="en-US" dirty="0"/>
              <a:t>資料集</a:t>
            </a:r>
            <a:r>
              <a:rPr lang="en-US" altLang="zh-TW" dirty="0"/>
              <a:t>(LA dataset)</a:t>
            </a:r>
            <a:r>
              <a:rPr lang="zh-TW" altLang="en-US" dirty="0"/>
              <a:t>，配合</a:t>
            </a:r>
            <a:r>
              <a:rPr lang="en-US" altLang="zh-TW" dirty="0"/>
              <a:t>Uniform</a:t>
            </a:r>
            <a:r>
              <a:rPr lang="zh-TW" altLang="en-US" dirty="0"/>
              <a:t>隨機到達，可用原本</a:t>
            </a:r>
            <a:r>
              <a:rPr lang="en-US" altLang="zh-TW" dirty="0"/>
              <a:t>opt</a:t>
            </a:r>
            <a:r>
              <a:rPr lang="zh-TW" altLang="en-US" dirty="0"/>
              <a:t> </a:t>
            </a:r>
            <a:r>
              <a:rPr lang="en-US" altLang="zh-TW" dirty="0"/>
              <a:t>.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到達間隔做參考</a:t>
            </a:r>
            <a:r>
              <a:rPr lang="en-US" altLang="zh-TW" dirty="0"/>
              <a:t> 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目前已鎖定問題為低階</a:t>
            </a:r>
            <a:r>
              <a:rPr lang="en-US" altLang="zh-TW" dirty="0"/>
              <a:t>agent PPO</a:t>
            </a:r>
            <a:r>
              <a:rPr lang="zh-TW" altLang="en-US" dirty="0"/>
              <a:t>訓練非常不理想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 descr="一張含有 螢幕擷取畫面, 鮮豔, 圖表, 行 的圖片&#10;&#10;AI 產生的內容可能不正確。">
            <a:extLst>
              <a:ext uri="{FF2B5EF4-FFF2-40B4-BE49-F238E27FC236}">
                <a16:creationId xmlns:a16="http://schemas.microsoft.com/office/drawing/2014/main" id="{E3FF9A90-1556-B832-A830-7655C57C9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924" y="4537682"/>
            <a:ext cx="7688414" cy="19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State:[</a:t>
            </a:r>
            <a:r>
              <a:rPr lang="en-US" altLang="zh-TW" dirty="0" err="1"/>
              <a:t>Job_i</a:t>
            </a:r>
            <a:r>
              <a:rPr lang="en-US" altLang="zh-TW" dirty="0"/>
              <a:t> </a:t>
            </a:r>
            <a:r>
              <a:rPr lang="zh-TW" altLang="en-US" dirty="0"/>
              <a:t>剩餘的總加工時間</a:t>
            </a:r>
            <a:r>
              <a:rPr lang="en-US" altLang="zh-TW" dirty="0"/>
              <a:t>, </a:t>
            </a:r>
            <a:r>
              <a:rPr lang="en-US" altLang="zh-TW" dirty="0" err="1"/>
              <a:t>Job_i</a:t>
            </a:r>
            <a:r>
              <a:rPr lang="zh-TW" altLang="en-US" dirty="0"/>
              <a:t>目前</a:t>
            </a:r>
            <a:r>
              <a:rPr lang="en-US" altLang="zh-TW" dirty="0"/>
              <a:t>Operation</a:t>
            </a:r>
            <a:r>
              <a:rPr lang="zh-TW" altLang="en-US" dirty="0"/>
              <a:t>的加工時間</a:t>
            </a:r>
            <a:r>
              <a:rPr lang="en-US" altLang="zh-TW" dirty="0"/>
              <a:t>, </a:t>
            </a:r>
            <a:r>
              <a:rPr lang="en-US" altLang="zh-TW" dirty="0" err="1"/>
              <a:t>Job_i</a:t>
            </a:r>
            <a:r>
              <a:rPr lang="zh-TW" altLang="en-US" dirty="0"/>
              <a:t>目前</a:t>
            </a:r>
            <a:r>
              <a:rPr lang="en-US" altLang="zh-TW" dirty="0"/>
              <a:t>						Operation</a:t>
            </a:r>
            <a:r>
              <a:rPr lang="zh-TW" altLang="en-US" dirty="0"/>
              <a:t>的最快開始加工時間</a:t>
            </a:r>
            <a:r>
              <a:rPr lang="en-US" altLang="zh-TW" dirty="0"/>
              <a:t>, </a:t>
            </a:r>
            <a:r>
              <a:rPr lang="zh-TW" altLang="en-US" dirty="0"/>
              <a:t>到達到現在的時間</a:t>
            </a:r>
            <a:r>
              <a:rPr lang="en-US" altLang="zh-TW" dirty="0"/>
              <a:t>]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Action:[</a:t>
            </a:r>
            <a:r>
              <a:rPr lang="zh-TW" altLang="en-US" dirty="0"/>
              <a:t>目前可選的</a:t>
            </a:r>
            <a:r>
              <a:rPr lang="en-US" altLang="zh-TW" dirty="0"/>
              <a:t>Operations]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Reward: sum(-(Operations</a:t>
            </a:r>
            <a:r>
              <a:rPr lang="zh-TW" altLang="en-US" dirty="0"/>
              <a:t>完工時間 </a:t>
            </a:r>
            <a:r>
              <a:rPr lang="en-US" altLang="zh-TW" dirty="0"/>
              <a:t>–</a:t>
            </a:r>
            <a:r>
              <a:rPr lang="zh-TW" altLang="en-US" dirty="0"/>
              <a:t> 現在時間</a:t>
            </a:r>
            <a:r>
              <a:rPr lang="en-US" altLang="zh-TW" dirty="0"/>
              <a:t>))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State</a:t>
            </a:r>
            <a:r>
              <a:rPr lang="zh-TW" altLang="en-US" dirty="0"/>
              <a:t>、</a:t>
            </a:r>
            <a:r>
              <a:rPr lang="en-US" altLang="zh-TW" dirty="0"/>
              <a:t>Action</a:t>
            </a:r>
            <a:r>
              <a:rPr lang="zh-TW" altLang="en-US" dirty="0"/>
              <a:t>、</a:t>
            </a:r>
            <a:r>
              <a:rPr lang="en-US" altLang="zh-TW" dirty="0"/>
              <a:t>Reward</a:t>
            </a:r>
            <a:r>
              <a:rPr lang="zh-TW" altLang="en-US" dirty="0"/>
              <a:t>都是正確的值，問題可能是訓練內部</a:t>
            </a:r>
            <a:r>
              <a:rPr lang="en-US" altLang="zh-TW" dirty="0"/>
              <a:t>?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有輸出</a:t>
            </a:r>
            <a:r>
              <a:rPr lang="en-US" altLang="zh-TW" dirty="0"/>
              <a:t>txt</a:t>
            </a:r>
            <a:r>
              <a:rPr lang="zh-TW" altLang="en-US" dirty="0"/>
              <a:t>檔可看決策過程。</a:t>
            </a: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訓練狀況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FB28A04-F52A-FD16-98B6-5A05BFD36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117" y="1536113"/>
            <a:ext cx="6253837" cy="49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15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超參數皆試過</a:t>
            </a:r>
            <a:r>
              <a:rPr lang="en-US" altLang="zh-TW" dirty="0"/>
              <a:t>Chat GPT</a:t>
            </a:r>
            <a:r>
              <a:rPr lang="zh-TW" altLang="en-US" dirty="0"/>
              <a:t>的建議值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調整時</a:t>
            </a:r>
            <a:r>
              <a:rPr lang="en-US" altLang="zh-TW" dirty="0"/>
              <a:t>episode</a:t>
            </a:r>
            <a:r>
              <a:rPr lang="zh-TW" altLang="en-US" dirty="0"/>
              <a:t>設為</a:t>
            </a:r>
            <a:r>
              <a:rPr lang="en-US" altLang="zh-TW" dirty="0"/>
              <a:t>100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訓練資料為</a:t>
            </a:r>
            <a:r>
              <a:rPr lang="en-US" altLang="zh-TW" dirty="0"/>
              <a:t>LA dataset</a:t>
            </a:r>
            <a:r>
              <a:rPr lang="zh-TW" altLang="en-US" dirty="0"/>
              <a:t>約</a:t>
            </a:r>
            <a:r>
              <a:rPr lang="en-US" altLang="zh-TW" dirty="0"/>
              <a:t>200</a:t>
            </a:r>
            <a:r>
              <a:rPr lang="zh-TW" altLang="en-US" dirty="0"/>
              <a:t>多筆工單，</a:t>
            </a:r>
            <a:r>
              <a:rPr lang="en-US" altLang="zh-TW" dirty="0"/>
              <a:t>10</a:t>
            </a:r>
            <a:r>
              <a:rPr lang="zh-TW" altLang="en-US" dirty="0"/>
              <a:t>筆工單為一組</a:t>
            </a:r>
            <a:endParaRPr lang="en-US" altLang="zh-TW" dirty="0"/>
          </a:p>
        </p:txBody>
      </p:sp>
      <p:pic>
        <p:nvPicPr>
          <p:cNvPr id="11" name="圖片 10" descr="一張含有 螢幕擷取畫面, 鮮豔, 行, 圖表 的圖片&#10;&#10;AI 產生的內容可能不正確。">
            <a:extLst>
              <a:ext uri="{FF2B5EF4-FFF2-40B4-BE49-F238E27FC236}">
                <a16:creationId xmlns:a16="http://schemas.microsoft.com/office/drawing/2014/main" id="{B79F155C-99BE-908D-EC78-C45B1A399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3828424"/>
            <a:ext cx="10971893" cy="274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HRL</a:t>
            </a:r>
            <a:r>
              <a:rPr lang="zh-TW" altLang="en-US" dirty="0"/>
              <a:t>分類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D6DDF3-0A9B-61C5-C5B4-F065CE1CB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656" y="1777689"/>
            <a:ext cx="6712687" cy="455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61E0C6-E145-8D56-099F-D807E0A5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目前想法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540109-A0B2-221A-CB62-2DB09E20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D8CAEF-9B5E-EC41-BB1A-E3E71939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14826CD-6C64-C232-6603-3E32E3932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重建一個</a:t>
            </a:r>
            <a:r>
              <a:rPr lang="en-US" altLang="zh-TW" dirty="0"/>
              <a:t>PPO</a:t>
            </a:r>
            <a:r>
              <a:rPr lang="zh-TW" altLang="en-US" dirty="0"/>
              <a:t>，確認</a:t>
            </a:r>
            <a:r>
              <a:rPr lang="en-US" altLang="zh-TW" dirty="0"/>
              <a:t>PPO</a:t>
            </a:r>
            <a:r>
              <a:rPr lang="zh-TW" altLang="en-US" dirty="0"/>
              <a:t>沒問題再加入環境</a:t>
            </a:r>
            <a:endParaRPr lang="en-US" altLang="zh-TW" dirty="0"/>
          </a:p>
          <a:p>
            <a:r>
              <a:rPr lang="zh-TW" altLang="en-US" dirty="0"/>
              <a:t>重建一個環境</a:t>
            </a:r>
            <a:endParaRPr lang="en-US" altLang="zh-TW" dirty="0"/>
          </a:p>
          <a:p>
            <a:r>
              <a:rPr lang="zh-TW" altLang="en-US" dirty="0"/>
              <a:t>加入</a:t>
            </a:r>
            <a:r>
              <a:rPr lang="en-US" altLang="zh-TW" dirty="0"/>
              <a:t>GNN</a:t>
            </a:r>
          </a:p>
          <a:p>
            <a:r>
              <a:rPr lang="zh-TW" altLang="en-US" dirty="0"/>
              <a:t>努力找一個現成的使用</a:t>
            </a:r>
            <a:endParaRPr lang="en-US" altLang="zh-TW" dirty="0"/>
          </a:p>
          <a:p>
            <a:r>
              <a:rPr lang="zh-TW" altLang="en-US" dirty="0"/>
              <a:t>換一個低階</a:t>
            </a:r>
            <a:r>
              <a:rPr lang="en-US" altLang="zh-TW" dirty="0"/>
              <a:t>agent</a:t>
            </a:r>
          </a:p>
          <a:p>
            <a:r>
              <a:rPr lang="zh-TW" altLang="en-US" dirty="0"/>
              <a:t>跟楊程宇借程式碼</a:t>
            </a:r>
          </a:p>
        </p:txBody>
      </p:sp>
    </p:spTree>
    <p:extLst>
      <p:ext uri="{BB962C8B-B14F-4D97-AF65-F5344CB8AC3E}">
        <p14:creationId xmlns:p14="http://schemas.microsoft.com/office/powerpoint/2010/main" val="240307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117201</TotalTime>
  <Words>278</Words>
  <Application>Microsoft Office PowerPoint</Application>
  <PresentationFormat>寬螢幕</PresentationFormat>
  <Paragraphs>43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Abadi</vt:lpstr>
      <vt:lpstr>Arial</vt:lpstr>
      <vt:lpstr>Calibri</vt:lpstr>
      <vt:lpstr>Cascadia Code</vt:lpstr>
      <vt:lpstr>回顧</vt:lpstr>
      <vt:lpstr>HRL重現</vt:lpstr>
      <vt:lpstr>目前狀況</vt:lpstr>
      <vt:lpstr>PPO目前現況</vt:lpstr>
      <vt:lpstr>PPO訓練狀況</vt:lpstr>
      <vt:lpstr>PPO結果</vt:lpstr>
      <vt:lpstr>HRL分類</vt:lpstr>
      <vt:lpstr>目前想法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793</cp:revision>
  <dcterms:created xsi:type="dcterms:W3CDTF">2022-03-03T14:40:23Z</dcterms:created>
  <dcterms:modified xsi:type="dcterms:W3CDTF">2025-09-23T08:57:27Z</dcterms:modified>
</cp:coreProperties>
</file>